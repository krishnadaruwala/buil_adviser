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937" r:id="rId1"/>
    <p:sldMasterId id="2147484292" r:id="rId2"/>
  </p:sldMasterIdLst>
  <p:notesMasterIdLst>
    <p:notesMasterId r:id="rId20"/>
  </p:notesMasterIdLst>
  <p:sldIdLst>
    <p:sldId id="266" r:id="rId3"/>
    <p:sldId id="306" r:id="rId4"/>
    <p:sldId id="267" r:id="rId5"/>
    <p:sldId id="261" r:id="rId6"/>
    <p:sldId id="263" r:id="rId7"/>
    <p:sldId id="268" r:id="rId8"/>
    <p:sldId id="302" r:id="rId9"/>
    <p:sldId id="303" r:id="rId10"/>
    <p:sldId id="307" r:id="rId11"/>
    <p:sldId id="305" r:id="rId12"/>
    <p:sldId id="264" r:id="rId13"/>
    <p:sldId id="308" r:id="rId14"/>
    <p:sldId id="269" r:id="rId15"/>
    <p:sldId id="301" r:id="rId16"/>
    <p:sldId id="309" r:id="rId17"/>
    <p:sldId id="272" r:id="rId18"/>
    <p:sldId id="260" r:id="rId19"/>
  </p:sldIdLst>
  <p:sldSz cx="9144000" cy="6858000" type="screen4x3"/>
  <p:notesSz cx="7559675" cy="1069181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8" roundtripDataSignature="AMtx7mgLOlwcEu8Z415uoH1sW+cE4jZPy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5039" autoAdjust="0"/>
  </p:normalViewPr>
  <p:slideViewPr>
    <p:cSldViewPr snapToGrid="0">
      <p:cViewPr varScale="1">
        <p:scale>
          <a:sx n="74" d="100"/>
          <a:sy n="74" d="100"/>
        </p:scale>
        <p:origin x="98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51" Type="http://schemas.openxmlformats.org/officeDocument/2006/relationships/theme" Target="theme/theme1.xml"/><Relationship Id="rId3" Type="http://schemas.openxmlformats.org/officeDocument/2006/relationships/slide" Target="slides/slide1.xml"/><Relationship Id="rId50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49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52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48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25" cy="40094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9" name="Google Shape;28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8075" y="801688"/>
            <a:ext cx="5345113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647191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5089B-BB7C-00EB-7836-FCC520B628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AE51FD-67EB-A65D-4236-9699C7EE4E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28BD7F-ABFC-5313-8382-1108D7D06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BD2812-E446-C7DB-4C91-DA1DB4ADFE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A651B9-389E-A41F-E7B9-A2654E605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84666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E3C8A1-B954-9E45-C4D0-0B2D4D9F9D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387ABB-9521-AFC5-A354-556AC143CE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D0EF0D-75C3-7B96-1634-8AF14E4F2C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854633-4CF4-DF4C-F2A0-C27ACB7AA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99C961-F87A-4898-7F9B-009A58ABA3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 sz="1400"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828916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8D6775-F312-8CB7-1A53-36F01CD7F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B5A5F4-A93D-C2C4-60CF-728E16B769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03B40D-6234-7A79-1C2A-714F0BB90D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C030FB-067B-38B9-367C-9E4AA36E2D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C2718B-C085-13A7-2A8E-6B9B3EDE67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 sz="1400"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229334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2CE84F-5C75-3F82-A11F-1FF0433969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075442-2EA6-4B76-2B44-35174B5A6C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4C19AD-B8FC-129F-3BB4-374C4B2017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2F3FEE-A5EE-D9BA-C063-C15D19CE36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2EB5AF-D79F-7219-4465-28041577C9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3DA95D-ADA3-5570-FF46-AC8B7EA0E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 sz="1400"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589402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505E4-403C-F381-BABE-E9AFD08AAC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6A10E2-65E2-4943-BE3C-827115A1CF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F8E9F1-D165-D93C-B885-4B326F8AAD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313A75D-E9EE-EE0F-64AA-E51F163621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F2DB284-DF2D-BC0F-4024-DA5E1CBF3F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DAD3C6F-3E76-2A82-2AC3-E8CE064CB9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6CA2ADA-3C1E-0A48-CD61-7F6D19C136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4599F70-8BA6-A75F-65BC-67FC78E875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29267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7A9881-5E5E-A876-A43E-1D56B855DB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C6AC3EE-2E68-3DB6-C3CB-DF73359E70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2776B6-40BD-EB09-0375-C8B3D67E1B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8D5BC3-4E97-340D-C04F-CBF1C41D01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 sz="1400"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885165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613CEE3-03AF-6034-F8F3-0654615D26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E65C32B-34B6-D0F5-8AEA-CFE281CBF6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637338-B6C2-5E63-35E8-979F0A521A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 sz="1400"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627694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EB33E-36AC-6321-1740-7D680644E4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04B892-FCD5-195F-EB39-41572C2C93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540D72-5BBC-C353-C4A7-E9079ACC0F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9B44CF-3EDC-19A0-035B-B9B24F1F3A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E94269-BAF2-88D4-0E9D-25309B6EE4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8471F6-9D8C-C33E-B839-84812330E9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 sz="1400"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465306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05B181-B5AE-682A-F9AD-F662933024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2E61575-F888-83C0-47E4-FC74A33FBE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ED2B48-0E21-D47D-4FCD-47915F08EF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7FCB44-7C3D-7715-5ABD-E05C8F5C0A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2C145E-A03A-2675-5C08-00FE5D088E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D4E0C8-F2C9-62CA-3894-22D25B492F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 sz="1400"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834855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5A87C2-BA06-DC69-DD08-9052A4E629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92B417-03F9-C00A-3520-5AC4021B8C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49E018-E7A7-25BD-7AF2-287E87D4EE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379F04-BF81-BACF-C64C-129AE8EC36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DD4805-D1F1-8DDE-2AA5-6E7EEC3A3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 sz="1400"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581803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53D1EDB-C075-AEED-1CFB-1D4AD405F9C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229B9B9-B608-BB1A-F45C-6551F324C8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B913C7-F54A-5F1C-5B11-504133450B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D6B0F7-F28D-5954-EAEE-1D69F73915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519255-6A26-B19E-597D-882B3C4843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 sz="1400"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381762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D0937A-D0E1-0E69-AC9C-7CDEA9C43C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074791-ED0E-F47C-67F8-0618D0C562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167F67-D073-F563-7F42-4407346CFA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82E84E-6D18-71E9-BE1E-5EB4B0CEA5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2509A0-DA6F-87C9-D518-8F8366D22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 sz="1100" b="0"/>
            </a:lvl1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15432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A4463A-E351-0795-099B-D4EB36BA8F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25C7F7-8D42-8E97-BFC6-B98B2931D7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2CCB7B-42DE-ECF1-E27F-CB80FB03D9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1F1FBB-4C5B-6680-5DCA-94E19EC2B7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23D11D-98C1-41E8-6916-77EAA91D85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 sz="1400"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8824382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1555EC-77CB-2FA7-38BC-00912FD91C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0E7319-38F0-2C31-ED41-094063B0EC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B9511F-3541-6E40-5EBF-F2A5B8BF40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309145-73B6-BE54-FCD1-662DAA9DF0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D2360A-BE60-F772-EB8C-D9066A0A79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 sz="1400"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7938984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6D3591-FEC7-EEE3-60B5-ECF25DAF6B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0E990C-1A1C-39FD-3EF1-67B0EE37ED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39C380-CD6A-E9BC-9FDA-3BD6C5120F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CA10E7-D33D-09DC-3BF8-2DB4CC9365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06DEEC-7843-5A0A-F7C5-949DB35967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7CB934-C0E8-1871-EBBD-480272AAC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 sz="1400"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0705720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A3E867-2B4F-2C01-52AB-83FDC95CC4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7EB39B-B5AC-085B-232C-D7CD5E2A9C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C02FC4-139D-9D52-731F-38A1437656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C1848E2-C699-E227-296D-DB4B55991B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876588-AD43-BA17-472D-61F6F3DCE5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124AA72-CDE5-CDE8-3A65-71930E9126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D05887F-A803-4F4F-AC00-DC75E7838A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8ED664E-161A-3EB4-2D93-9C7FBA986A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05940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1A8145-B1F8-3536-CE65-DC1C5F33DB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9BE31AE-D32D-9806-C9C7-4F75ED8C77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5B7D5E-F1F8-3293-FE10-B09FB969AC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94C665-B3EC-84ED-3626-6D3AE0F6B7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 sz="1400"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525313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7C26165-5384-BB34-654F-F17D323DA5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6EB4B1C-AC14-D63B-1AE6-714DA7A577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8D2EA7-1C62-51CD-B2F6-98A5E3E932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 sz="1400"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8606698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F4A2A-F005-AEED-A36E-34858FD286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779C31-2671-135B-70AD-916C6C4AC2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C020B6-9DA3-976D-6542-E402538830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06ED7F-FCFB-2DD1-016C-01338537C8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797F24-1638-DB97-9136-08CA1824DF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5A3CCD-4390-EC37-F613-88DC070110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 sz="1400"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4321275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9AA846-BD55-E41B-D69E-1F40E7577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A0AFDB6-D140-AE67-F088-CD441DE8EED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33E088-7764-96DF-C4DD-2AAC911C3A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4ED96F-0EFD-6B26-6282-F8B5B84FC6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EF46AD-43A3-F3E9-59F7-4F91607FAF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2B34AD-F381-1247-2422-8121B80E34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 sz="1400"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9934879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132977-6D74-D530-AC92-9112455BC1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98238F-5E54-B3AE-C656-78363023BF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C19B91-5C33-17B0-4121-3A32F53663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140270-BB24-7F59-8B11-DB82FCF65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51B0C3-DCCE-989D-857D-A6D40213E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 sz="1400"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2189476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982A55A-4C2D-A928-22E8-DE384AA4C0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642CEB-5DDD-6E39-1B8B-BBAAE33141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C5E270-3872-0F4B-6ED8-698FC9C149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579E7C-525B-8B7F-4201-FFBE676AB6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9F826F-019D-C6C5-1520-FF7C6CBCFE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 sz="1400"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167101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83D6113-CED5-5776-8B77-C8035C03E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D6A73B-8459-73E1-AD74-3C56021CD3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46CD61-B64D-9477-973B-044088191FD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4D0901-30F9-633F-440E-A664575DB6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6D808A-2EB2-9357-F7BA-34405DD77C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 sz="1400"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776549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8" r:id="rId1"/>
    <p:sldLayoutId id="2147483939" r:id="rId2"/>
    <p:sldLayoutId id="2147483940" r:id="rId3"/>
    <p:sldLayoutId id="2147483941" r:id="rId4"/>
    <p:sldLayoutId id="2147483942" r:id="rId5"/>
    <p:sldLayoutId id="2147483943" r:id="rId6"/>
    <p:sldLayoutId id="2147483944" r:id="rId7"/>
    <p:sldLayoutId id="2147483945" r:id="rId8"/>
    <p:sldLayoutId id="2147483946" r:id="rId9"/>
    <p:sldLayoutId id="2147483947" r:id="rId10"/>
    <p:sldLayoutId id="2147483948" r:id="rId11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9C3E05D-8572-821B-80B1-C4746EE130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D3A2F0-88CE-4F89-5086-0FFD8D77A6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844F9A-740A-79CC-BD07-85A7CF91F71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406F45-6688-12C9-3CBF-F740EF79BD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3B4CD7-9398-C9A9-96B7-04B81EEFAB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8573783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93" r:id="rId1"/>
    <p:sldLayoutId id="2147484294" r:id="rId2"/>
    <p:sldLayoutId id="2147484295" r:id="rId3"/>
    <p:sldLayoutId id="2147484296" r:id="rId4"/>
    <p:sldLayoutId id="2147484297" r:id="rId5"/>
    <p:sldLayoutId id="2147484298" r:id="rId6"/>
    <p:sldLayoutId id="2147484299" r:id="rId7"/>
    <p:sldLayoutId id="2147484300" r:id="rId8"/>
    <p:sldLayoutId id="2147484301" r:id="rId9"/>
    <p:sldLayoutId id="2147484302" r:id="rId10"/>
    <p:sldLayoutId id="2147484303" r:id="rId11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schools.com/c/index.php" TargetMode="External"/><Relationship Id="rId2" Type="http://schemas.openxmlformats.org/officeDocument/2006/relationships/hyperlink" Target="https://www.cprogramming.com/" TargetMode="External"/><Relationship Id="rId1" Type="http://schemas.openxmlformats.org/officeDocument/2006/relationships/slideLayout" Target="../slideLayouts/slideLayout13.xml"/><Relationship Id="rId4" Type="http://schemas.openxmlformats.org/officeDocument/2006/relationships/hyperlink" Target="https://www.geeksforgeeks.org/c-programming-language/" TargetMode="Externa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1" name="Google Shape;291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856509" cy="997527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1"/>
          <p:cNvSpPr txBox="1"/>
          <p:nvPr/>
        </p:nvSpPr>
        <p:spPr>
          <a:xfrm>
            <a:off x="1371600" y="82968"/>
            <a:ext cx="6746033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2000" b="1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Sarvajanik</a:t>
            </a:r>
            <a:r>
              <a:rPr lang="en-US" sz="20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Education Society</a:t>
            </a:r>
            <a:br>
              <a:rPr lang="en-US" sz="1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KP Human </a:t>
            </a:r>
            <a:r>
              <a:rPr lang="en-US" b="1" dirty="0" err="1"/>
              <a:t>Sarvajanik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College of </a:t>
            </a:r>
            <a:r>
              <a:rPr lang="en-US" b="1" dirty="0"/>
              <a:t>Commerce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&amp; </a:t>
            </a:r>
            <a:r>
              <a:rPr lang="en-US" b="1" dirty="0"/>
              <a:t>Computer Applications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Surat.</a:t>
            </a:r>
            <a:b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600" b="1" dirty="0"/>
              <a:t>Bachelo</a:t>
            </a:r>
            <a:r>
              <a:rPr lang="en-US" sz="16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 of Computer Applications </a:t>
            </a:r>
            <a:br>
              <a:rPr lang="en-US" sz="16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Academic Year: 2026– 27</a:t>
            </a:r>
            <a:endParaRPr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4F8FE7-7EDB-F0DF-73CC-EA537BE320CB}"/>
              </a:ext>
            </a:extLst>
          </p:cNvPr>
          <p:cNvSpPr txBox="1">
            <a:spLocks/>
          </p:cNvSpPr>
          <p:nvPr/>
        </p:nvSpPr>
        <p:spPr>
          <a:xfrm>
            <a:off x="1268962" y="2144396"/>
            <a:ext cx="6596743" cy="611154"/>
          </a:xfrm>
          <a:prstGeom prst="rect">
            <a:avLst/>
          </a:prstGeom>
          <a:effectLst/>
        </p:spPr>
        <p:txBody>
          <a:bodyPr vert="horz" lIns="91440" tIns="45720" rIns="91440" bIns="45720" rtlCol="0" anchor="b">
            <a:normAutofit/>
          </a:bodyPr>
          <a:lstStyle>
            <a:lvl1pPr algn="r" defTabSz="457200" rtl="0" eaLnBrk="1" latinLnBrk="0" hangingPunct="1">
              <a:spcBef>
                <a:spcPct val="0"/>
              </a:spcBef>
              <a:buNone/>
              <a:defRPr sz="5400" kern="1200" cap="none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>
              <a:buClrTx/>
              <a:buFontTx/>
            </a:pPr>
            <a:r>
              <a:rPr lang="en-US" sz="2500" b="1" dirty="0">
                <a:latin typeface="Arial" panose="020B0604020202020204" pitchFamily="34" charset="0"/>
                <a:cs typeface="Arial" panose="020B0604020202020204" pitchFamily="34" charset="0"/>
              </a:rPr>
              <a:t>“</a:t>
            </a:r>
            <a:r>
              <a:rPr lang="en-US" sz="2500" b="1" i="1" dirty="0">
                <a:latin typeface="Arial" panose="020B0604020202020204" pitchFamily="34" charset="0"/>
                <a:cs typeface="Arial" panose="020B0604020202020204" pitchFamily="34" charset="0"/>
              </a:rPr>
              <a:t>&lt;Project Name&gt;</a:t>
            </a:r>
            <a:r>
              <a:rPr lang="en-US" sz="2500" b="1" dirty="0">
                <a:latin typeface="Arial" panose="020B0604020202020204" pitchFamily="34" charset="0"/>
                <a:cs typeface="Arial" panose="020B0604020202020204" pitchFamily="34" charset="0"/>
              </a:rPr>
              <a:t>”</a:t>
            </a:r>
            <a:endParaRPr lang="en-IN" sz="25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8121EE5-916D-6AB4-3CB4-2ECD0452B9E5}"/>
              </a:ext>
            </a:extLst>
          </p:cNvPr>
          <p:cNvSpPr txBox="1">
            <a:spLocks/>
          </p:cNvSpPr>
          <p:nvPr/>
        </p:nvSpPr>
        <p:spPr>
          <a:xfrm>
            <a:off x="2998690" y="5431746"/>
            <a:ext cx="3491854" cy="12069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20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8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6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Under the Guidance of</a:t>
            </a:r>
            <a:endParaRPr lang="en-US" sz="2000" b="0" i="0" u="none" strike="noStrike" cap="none" dirty="0">
              <a:solidFill>
                <a:srgbClr val="4C4C4C"/>
              </a:solidFill>
              <a:latin typeface="Arial"/>
              <a:ea typeface="Arial"/>
              <a:cs typeface="Arial"/>
              <a:sym typeface="Arial"/>
            </a:endParaRPr>
          </a:p>
          <a:p>
            <a:pPr algn="ctr"/>
            <a:r>
              <a:rPr lang="en-US" dirty="0"/>
              <a:t>&lt;Mentor Name&gt;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8ABCF43-95C8-49D1-3C32-3EC30AE296E0}"/>
              </a:ext>
            </a:extLst>
          </p:cNvPr>
          <p:cNvSpPr txBox="1"/>
          <p:nvPr/>
        </p:nvSpPr>
        <p:spPr>
          <a:xfrm>
            <a:off x="2281334" y="1905673"/>
            <a:ext cx="4572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Presentation On</a:t>
            </a:r>
            <a:endParaRPr lang="en-US" sz="2000" b="0" i="0" u="none" strike="noStrike" cap="none" dirty="0">
              <a:solidFill>
                <a:srgbClr val="4C4C4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0693AD8-EA69-8942-E0F9-129D59AF909C}"/>
              </a:ext>
            </a:extLst>
          </p:cNvPr>
          <p:cNvSpPr txBox="1"/>
          <p:nvPr/>
        </p:nvSpPr>
        <p:spPr>
          <a:xfrm>
            <a:off x="2505269" y="4812305"/>
            <a:ext cx="457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Arial"/>
              <a:buNone/>
            </a:pPr>
            <a:r>
              <a:rPr lang="pt-BR" sz="1600" b="1" dirty="0">
                <a:solidFill>
                  <a:srgbClr val="262626"/>
                </a:solidFill>
              </a:rPr>
              <a:t>B</a:t>
            </a:r>
            <a:r>
              <a:rPr lang="pt-BR" sz="1600" b="1" i="0" u="none" strike="noStrike" cap="none" dirty="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.C.A. v Sem. </a:t>
            </a:r>
            <a:endParaRPr lang="pt-BR" sz="1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DE7E1F3-815E-5676-C126-FC2713443BD8}"/>
              </a:ext>
            </a:extLst>
          </p:cNvPr>
          <p:cNvSpPr txBox="1"/>
          <p:nvPr/>
        </p:nvSpPr>
        <p:spPr>
          <a:xfrm>
            <a:off x="2274335" y="3222235"/>
            <a:ext cx="4585996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Presented By 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1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&lt;Member 1 Name&gt;(En. No.)</a:t>
            </a:r>
          </a:p>
          <a:p>
            <a:pPr algn="ctr">
              <a:buSzPts val="2000"/>
            </a:pPr>
            <a:r>
              <a:rPr lang="en-US" sz="1600" dirty="0"/>
              <a:t>&lt;Member 2 Name&gt;</a:t>
            </a:r>
            <a:r>
              <a:rPr lang="en-US" sz="1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(En. No.)</a:t>
            </a:r>
            <a:endParaRPr lang="en-US" sz="1600" dirty="0"/>
          </a:p>
          <a:p>
            <a:pPr algn="ctr">
              <a:buSzPts val="2000"/>
            </a:pPr>
            <a:r>
              <a:rPr lang="en-US" sz="1600" dirty="0"/>
              <a:t>&lt;Member 3 Name&gt; </a:t>
            </a:r>
            <a:r>
              <a:rPr lang="en-US" sz="1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US" sz="1600" dirty="0"/>
              <a:t>En No.</a:t>
            </a:r>
            <a:r>
              <a:rPr lang="en-US" sz="1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lang="en-US" sz="16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4BB002B-9D65-BE4F-C5AA-149BF5AAEF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t>1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D865394-41AE-FC33-3A99-D6F3671A9A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41853" y="12863"/>
            <a:ext cx="1150299" cy="1247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139124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F8D433-7ED6-4391-D64F-34DFD995E7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F97769-ABBF-CA32-4532-0B8E1DD9B5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799358" cy="704549"/>
          </a:xfrm>
        </p:spPr>
        <p:txBody>
          <a:bodyPr/>
          <a:lstStyle/>
          <a:p>
            <a:pPr marL="0" marR="0" lvl="0" indent="-1524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/>
              </a:rPr>
              <a:t>Agenda</a:t>
            </a:r>
            <a:endParaRPr lang="en-US" sz="32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43B4FC-896B-CC14-BEED-1F6C50B09D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97479"/>
            <a:ext cx="7886700" cy="4779484"/>
          </a:xfrm>
        </p:spPr>
        <p:txBody>
          <a:bodyPr>
            <a:normAutofit lnSpcReduction="10000"/>
          </a:bodyPr>
          <a:lstStyle/>
          <a:p>
            <a:pPr marL="285750" marR="0" lvl="0" indent="-285750" algn="l" defTabSz="6858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Abstract</a:t>
            </a:r>
          </a:p>
          <a:p>
            <a:pPr marL="285750" marR="0" lvl="0" indent="-285750" algn="l" defTabSz="6858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Objective</a:t>
            </a:r>
          </a:p>
          <a:p>
            <a:pPr marL="285750" marR="0" lvl="0" indent="-285750" algn="l" defTabSz="6858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System Description (Technology Used)</a:t>
            </a:r>
          </a:p>
          <a:p>
            <a:pPr marL="285750" marR="0" lvl="0" indent="-285750" algn="l" defTabSz="6858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Diagram (Use Case Diagram, Activity Diagram)</a:t>
            </a:r>
          </a:p>
          <a:p>
            <a:pPr marL="285750" marR="0" lvl="0" indent="-285750" algn="l" defTabSz="6858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Data Dictionary</a:t>
            </a:r>
          </a:p>
          <a:p>
            <a:pPr marL="285750" marR="0" lvl="0" indent="-285750" algn="l" defTabSz="6858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E-R Diagram</a:t>
            </a:r>
          </a:p>
          <a:p>
            <a:pPr marL="285750" marR="0" lvl="0" indent="-285750" algn="l" defTabSz="6858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lang="en-IN" sz="18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 UI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285750" marR="0" lvl="0" indent="-285750" algn="l" defTabSz="6858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Testing</a:t>
            </a:r>
          </a:p>
          <a:p>
            <a:pPr marL="285750" marR="0" lvl="0" indent="-285750" algn="l" defTabSz="6858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Advantages </a:t>
            </a:r>
          </a:p>
          <a:p>
            <a:pPr marL="285750" marR="0" lvl="0" indent="-285750" algn="l" defTabSz="6858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Limitations</a:t>
            </a:r>
          </a:p>
          <a:p>
            <a:pPr marL="285750" marR="0" lvl="0" indent="-285750" algn="l" defTabSz="6858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References</a:t>
            </a:r>
          </a:p>
          <a:p>
            <a:pPr marL="285750" marR="0" lvl="0" indent="-285750" algn="l" defTabSz="6858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Future Enhancement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F9E550-93BB-34A4-9483-9324A7990C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</a:t>
            </a:fld>
            <a:endParaRPr lang="en-US" sz="1400"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526042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F5EAB7-FE36-DFDD-F1F0-302B2EE82B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16610" cy="1023727"/>
          </a:xfrm>
        </p:spPr>
        <p:txBody>
          <a:bodyPr/>
          <a:lstStyle/>
          <a:p>
            <a:pPr marL="0" marR="0" lvl="0" indent="-1524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200" b="1" dirty="0">
                <a:solidFill>
                  <a:srgbClr val="C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Abstract</a:t>
            </a:r>
            <a:endParaRPr lang="en-US" sz="32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27319A-22E8-A67C-C706-BD2F694562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D1E6AB-EF9F-3441-2F3D-49C945FDED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</a:t>
            </a:fld>
            <a:endParaRPr lang="en-US" sz="1400"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40165992"/>
      </p:ext>
    </p:extLst>
  </p:cSld>
  <p:clrMapOvr>
    <a:masterClrMapping/>
  </p:clrMapOvr>
  <p:transition spd="slow">
    <p:cover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F5EAB7-FE36-DFDD-F1F0-302B2EE82B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marR="0" lvl="0" indent="-1524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/>
              </a:rPr>
              <a:t>Objective</a:t>
            </a:r>
            <a:endParaRPr lang="en-US" sz="32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804027-299B-749A-1C0B-F9D7089FCF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A087D6-12F9-C83F-FF54-999B8D27F3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4</a:t>
            </a:fld>
            <a:endParaRPr lang="en-US" sz="1400"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08840151"/>
      </p:ext>
    </p:extLst>
  </p:cSld>
  <p:clrMapOvr>
    <a:masterClrMapping/>
  </p:clrMapOvr>
  <p:transition spd="slow">
    <p:cover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F5EAB7-FE36-DFDD-F1F0-302B2EE82B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marR="0" lvl="0" indent="-1524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200" b="1" dirty="0">
                <a:solidFill>
                  <a:srgbClr val="C00000"/>
                </a:solidFill>
                <a:latin typeface="Times New Roman"/>
                <a:cs typeface="Times New Roman"/>
                <a:sym typeface="Times New Roman"/>
              </a:rPr>
              <a:t>System Description</a:t>
            </a:r>
            <a:endParaRPr lang="en-US" sz="3200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43CAAE-40DB-663A-5092-364BDB648E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E54557C-36E5-7A8D-BA62-2920886216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8687543"/>
              </p:ext>
            </p:extLst>
          </p:nvPr>
        </p:nvGraphicFramePr>
        <p:xfrm>
          <a:off x="628650" y="1825625"/>
          <a:ext cx="7954633" cy="4351339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406241">
                  <a:extLst>
                    <a:ext uri="{9D8B030D-6E8A-4147-A177-3AD203B41FA5}">
                      <a16:colId xmlns:a16="http://schemas.microsoft.com/office/drawing/2014/main" val="1090135701"/>
                    </a:ext>
                  </a:extLst>
                </a:gridCol>
                <a:gridCol w="4548392">
                  <a:extLst>
                    <a:ext uri="{9D8B030D-6E8A-4147-A177-3AD203B41FA5}">
                      <a16:colId xmlns:a16="http://schemas.microsoft.com/office/drawing/2014/main" val="3317425394"/>
                    </a:ext>
                  </a:extLst>
                </a:gridCol>
              </a:tblGrid>
              <a:tr h="1031681">
                <a:tc>
                  <a:txBody>
                    <a:bodyPr/>
                    <a:lstStyle/>
                    <a:p>
                      <a:r>
                        <a:rPr lang="en-US" sz="1400" b="1" dirty="0"/>
                        <a:t>Software Requirement</a:t>
                      </a:r>
                      <a:endParaRPr lang="en-IN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9300831"/>
                  </a:ext>
                </a:extLst>
              </a:tr>
              <a:tr h="2287977">
                <a:tc>
                  <a:txBody>
                    <a:bodyPr/>
                    <a:lstStyle/>
                    <a:p>
                      <a:r>
                        <a:rPr lang="en-US" sz="1400" b="1" dirty="0"/>
                        <a:t>Hardware requirements </a:t>
                      </a:r>
                      <a:endParaRPr lang="en-IN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1628835"/>
                  </a:ext>
                </a:extLst>
              </a:tr>
              <a:tr h="1031681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Operating System</a:t>
                      </a:r>
                      <a:endParaRPr lang="en-IN" sz="1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7909878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662505-C127-0D86-77EE-C6AA984BD8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5</a:t>
            </a:fld>
            <a:endParaRPr lang="en-US" sz="1400"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23754206"/>
      </p:ext>
    </p:extLst>
  </p:cSld>
  <p:clrMapOvr>
    <a:masterClrMapping/>
  </p:clrMapOvr>
  <p:transition spd="slow">
    <p:cover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F5EAB7-FE36-DFDD-F1F0-302B2EE82B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38687" y="227785"/>
            <a:ext cx="6694098" cy="541990"/>
          </a:xfrm>
        </p:spPr>
        <p:txBody>
          <a:bodyPr>
            <a:noAutofit/>
          </a:bodyPr>
          <a:lstStyle/>
          <a:p>
            <a:pPr marL="0" marR="0" lvl="0" indent="-1524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200" b="1" dirty="0">
                <a:solidFill>
                  <a:srgbClr val="C00000"/>
                </a:solidFill>
                <a:latin typeface="Times New Roman"/>
                <a:cs typeface="Times New Roman"/>
                <a:sym typeface="Times New Roman"/>
              </a:rPr>
              <a:t>Use Case Diagram</a:t>
            </a:r>
            <a:endParaRPr lang="en-US" sz="3200" b="1" dirty="0">
              <a:solidFill>
                <a:srgbClr val="C000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44D0B73-4D64-7CE7-3EF6-03EA2D2989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711" y="881745"/>
            <a:ext cx="8168575" cy="5779450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D00B6BA-5C8A-ACCE-29B0-C782BF5727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37432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F5EAB7-FE36-DFDD-F1F0-302B2EE82B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marL="0" marR="0" lvl="0" indent="-1524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200" b="1" dirty="0">
                <a:solidFill>
                  <a:srgbClr val="C00000"/>
                </a:solidFill>
                <a:latin typeface="Times New Roman"/>
                <a:cs typeface="Times New Roman"/>
                <a:sym typeface="Times New Roman"/>
              </a:rPr>
              <a:t>Activity Diagram (Login)</a:t>
            </a:r>
            <a:endParaRPr lang="en-US" sz="3200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E99024-7553-0E99-E943-15B8CCAE52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2C847B-228E-FADE-4028-65B7EB7891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7</a:t>
            </a:fld>
            <a:endParaRPr lang="en-US" sz="1400"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906783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F5EAB7-FE36-DFDD-F1F0-302B2EE82B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marL="0" marR="0" lvl="0" indent="-1524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200" b="1" dirty="0">
                <a:solidFill>
                  <a:srgbClr val="C00000"/>
                </a:solidFill>
                <a:latin typeface="Times New Roman"/>
                <a:cs typeface="Times New Roman"/>
                <a:sym typeface="Times New Roman"/>
              </a:rPr>
              <a:t>Activity Diagram (Registration)</a:t>
            </a:r>
            <a:endParaRPr lang="en-US" sz="3200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1CD253-3A8D-092A-19C8-E35B86117D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A39BF2-EBDC-AF03-AB31-2F701DAA68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8</a:t>
            </a:fld>
            <a:endParaRPr lang="en-US" sz="1400"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183686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5F3E22-D3FA-FB8E-1E96-836F4B3CD8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Dictionary</a:t>
            </a:r>
            <a:endParaRPr lang="en-IN" sz="32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45F3EA-3257-5FA5-85CB-B2A6250C1E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775566-6D4B-3563-B01F-6485CDD9B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9</a:t>
            </a:fld>
            <a:endParaRPr lang="en-US" sz="1400"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827239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F5EAB7-FE36-DFDD-F1F0-302B2EE82B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marL="0" marR="0" lvl="0" indent="-1524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200" b="1" dirty="0">
                <a:solidFill>
                  <a:srgbClr val="C00000"/>
                </a:solidFill>
                <a:latin typeface="Times New Roman"/>
                <a:cs typeface="Times New Roman"/>
                <a:sym typeface="Times New Roman"/>
              </a:rPr>
              <a:t>E-R Diagram</a:t>
            </a:r>
            <a:endParaRPr lang="en-US" sz="3200" b="1" dirty="0">
              <a:solidFill>
                <a:srgbClr val="C00000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D01BCE-3A21-A266-0F07-DE6F35D6FF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2DD1152-C26F-84CC-72B6-B400C616E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86658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F5EAB7-FE36-DFDD-F1F0-302B2EE82B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81681" y="139959"/>
            <a:ext cx="3780638" cy="626780"/>
          </a:xfrm>
        </p:spPr>
        <p:txBody>
          <a:bodyPr/>
          <a:lstStyle/>
          <a:p>
            <a:pPr marL="0" marR="0" lvl="0" indent="-1524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200" b="1" dirty="0">
                <a:solidFill>
                  <a:srgbClr val="C00000"/>
                </a:solidFill>
                <a:latin typeface="Times New Roman"/>
                <a:cs typeface="Times New Roman"/>
                <a:sym typeface="Times New Roman"/>
              </a:rPr>
              <a:t>Project UI</a:t>
            </a:r>
            <a:endParaRPr lang="en-US" sz="3200" b="1" dirty="0">
              <a:solidFill>
                <a:srgbClr val="C00000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AA92594-7EEB-E3FB-1719-61F9EC9D51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868" y="1427584"/>
            <a:ext cx="7684064" cy="4770016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4DA2B5-5A34-B87E-F8E0-9CA508E876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5993437"/>
      </p:ext>
    </p:extLst>
  </p:cSld>
  <p:clrMapOvr>
    <a:masterClrMapping/>
  </p:clrMapOvr>
  <p:transition spd="slow">
    <p:cover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3C3FF9-AAC3-80C0-4F67-99101F27B8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Testing</a:t>
            </a:r>
            <a:endParaRPr lang="en-IN" sz="32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1FCFC3-1DB0-2666-7E6A-6183FB6ADB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D9C991-D45B-E787-B1CF-9BECB7235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12</a:t>
            </a:fld>
            <a:endParaRPr lang="en-US" sz="1400"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422305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F5EAB7-FE36-DFDD-F1F0-302B2EE82B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marR="0" lvl="0" indent="-1524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200" b="1" dirty="0">
                <a:solidFill>
                  <a:srgbClr val="C00000"/>
                </a:solidFill>
                <a:latin typeface="Times New Roman"/>
                <a:cs typeface="Times New Roman"/>
                <a:sym typeface="Times New Roman"/>
              </a:rPr>
              <a:t>Advantages </a:t>
            </a:r>
            <a:endParaRPr lang="en-US" sz="3200" b="1" dirty="0">
              <a:solidFill>
                <a:srgbClr val="C00000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B2A204E-CEF6-C3B5-DF43-93FE3066BF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9AB0C4B-214B-0ED1-C81C-1D3C5272DF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944421"/>
      </p:ext>
    </p:extLst>
  </p:cSld>
  <p:clrMapOvr>
    <a:masterClrMapping/>
  </p:clrMapOvr>
  <p:transition spd="slow">
    <p:cover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F5EAB7-FE36-DFDD-F1F0-302B2EE82B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marR="0" lvl="0" indent="-1524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200" b="1" dirty="0">
                <a:solidFill>
                  <a:srgbClr val="C00000"/>
                </a:solidFill>
                <a:latin typeface="Times New Roman"/>
                <a:cs typeface="Times New Roman"/>
                <a:sym typeface="Times New Roman"/>
              </a:rPr>
              <a:t>Limitations</a:t>
            </a:r>
            <a:endParaRPr lang="en-US" sz="3200" b="1" dirty="0">
              <a:solidFill>
                <a:srgbClr val="C00000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F03BC1E-E485-E839-3EFB-36A5DDBB09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B9FAB01-F17B-F772-E22C-0A729ED6C8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3254926"/>
      </p:ext>
    </p:extLst>
  </p:cSld>
  <p:clrMapOvr>
    <a:masterClrMapping/>
  </p:clrMapOvr>
  <p:transition spd="slow">
    <p:cover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BC3FC9-265D-1C32-52D6-1C13FADA5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Enhancement</a:t>
            </a:r>
            <a:br>
              <a:rPr lang="en-US" sz="36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C3FCAF-815C-855E-13B9-B103870C5C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AF4D3B-5847-B185-7288-D7CA2DA921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15</a:t>
            </a:fld>
            <a:endParaRPr lang="en-US" sz="1400"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780830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F5EAB7-FE36-DFDD-F1F0-302B2EE82B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marR="0" lvl="0" indent="-1524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200" b="1" dirty="0">
                <a:solidFill>
                  <a:srgbClr val="C00000"/>
                </a:solidFill>
                <a:latin typeface="Times New Roman"/>
                <a:cs typeface="Times New Roman"/>
                <a:sym typeface="Times New Roman"/>
              </a:rPr>
              <a:t>References</a:t>
            </a:r>
            <a:endParaRPr lang="en-US" sz="3200" b="1" dirty="0">
              <a:solidFill>
                <a:srgbClr val="C00000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3C32416-8211-1376-9315-D7447263D0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756350"/>
            <a:ext cx="7886700" cy="4351338"/>
          </a:xfrm>
        </p:spPr>
        <p:txBody>
          <a:bodyPr/>
          <a:lstStyle/>
          <a:p>
            <a:pPr marL="285750" lvl="0" indent="-285750" defTabSz="91440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Font typeface="Wingdings" panose="05000000000000000000" pitchFamily="2" charset="2"/>
              <a:buChar char="v"/>
              <a:defRPr/>
            </a:pPr>
            <a:r>
              <a:rPr lang="en-US" sz="2400" dirty="0"/>
              <a:t> </a:t>
            </a:r>
            <a:r>
              <a:rPr lang="en-US" sz="2400" b="1" dirty="0">
                <a:solidFill>
                  <a:schemeClr val="bg2">
                    <a:lumMod val="50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https://www.cprogramming.com/</a:t>
            </a:r>
            <a:endParaRPr lang="en-US" sz="2400" b="1" dirty="0">
              <a:solidFill>
                <a:schemeClr val="bg2">
                  <a:lumMod val="50000"/>
                </a:schemeClr>
              </a:solidFill>
            </a:endParaRPr>
          </a:p>
          <a:p>
            <a:pPr marL="285750" lvl="0" indent="-285750" defTabSz="91440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Font typeface="Wingdings" panose="05000000000000000000" pitchFamily="2" charset="2"/>
              <a:buChar char="v"/>
              <a:defRPr/>
            </a:pPr>
            <a:endParaRPr lang="en-US" sz="2400" dirty="0">
              <a:sym typeface="Arial"/>
            </a:endParaRPr>
          </a:p>
          <a:p>
            <a:pPr marL="285750" lvl="0" indent="-285750" defTabSz="91440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Font typeface="Wingdings" panose="05000000000000000000" pitchFamily="2" charset="2"/>
              <a:buChar char="v"/>
              <a:defRPr/>
            </a:pPr>
            <a:r>
              <a:rPr lang="en-US" sz="2400" dirty="0">
                <a:sym typeface="Arial"/>
              </a:rPr>
              <a:t>  </a:t>
            </a:r>
            <a:r>
              <a:rPr lang="en-US" sz="2400" b="1" dirty="0">
                <a:solidFill>
                  <a:schemeClr val="bg2">
                    <a:lumMod val="50000"/>
                  </a:schemeClr>
                </a:solidFill>
                <a:sym typeface="Arial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https://www.w3schools.com/c/index.php</a:t>
            </a:r>
            <a:endParaRPr lang="en-US" sz="2400" b="1" dirty="0">
              <a:solidFill>
                <a:schemeClr val="bg2">
                  <a:lumMod val="50000"/>
                </a:schemeClr>
              </a:solidFill>
              <a:sym typeface="Arial"/>
            </a:endParaRPr>
          </a:p>
          <a:p>
            <a:pPr marL="285750" lvl="0" indent="-285750" defTabSz="91440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Font typeface="Wingdings" panose="05000000000000000000" pitchFamily="2" charset="2"/>
              <a:buChar char="v"/>
              <a:defRPr/>
            </a:pPr>
            <a:endParaRPr lang="en-US" sz="2400" dirty="0">
              <a:sym typeface="Arial"/>
            </a:endParaRPr>
          </a:p>
          <a:p>
            <a:pPr marL="285750" lvl="0" indent="-285750" defTabSz="91440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Font typeface="Wingdings" panose="05000000000000000000" pitchFamily="2" charset="2"/>
              <a:buChar char="v"/>
              <a:defRPr/>
            </a:pPr>
            <a:r>
              <a:rPr lang="en-US" sz="2400" dirty="0">
                <a:solidFill>
                  <a:schemeClr val="bg2">
                    <a:lumMod val="50000"/>
                  </a:schemeClr>
                </a:solidFill>
                <a:sym typeface="Arial"/>
              </a:rPr>
              <a:t>  </a:t>
            </a:r>
            <a:r>
              <a:rPr lang="en-US" sz="2400" b="1" dirty="0">
                <a:solidFill>
                  <a:schemeClr val="bg2">
                    <a:lumMod val="50000"/>
                  </a:schemeClr>
                </a:solidFill>
                <a:sym typeface="Arial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https://www.geeksforgeeks.org/c-programming-language/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E99AAB-56B0-39D7-B6B1-A1039EE0A8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9624832"/>
      </p:ext>
    </p:extLst>
  </p:cSld>
  <p:clrMapOvr>
    <a:masterClrMapping/>
  </p:clrMapOvr>
  <p:transition spd="slow">
    <p:cover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0E01AF-57D4-3173-B997-40C8476E96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50220" y="2883159"/>
            <a:ext cx="5155649" cy="1343608"/>
          </a:xfrm>
        </p:spPr>
        <p:txBody>
          <a:bodyPr>
            <a:normAutofit/>
          </a:bodyPr>
          <a:lstStyle/>
          <a:p>
            <a:pPr algn="ctr"/>
            <a:r>
              <a:rPr lang="en-US" sz="6000" i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IN" sz="6000" i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9F2FB08-55B0-92E1-B3F1-33C8163B1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37045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576</TotalTime>
  <Words>205</Words>
  <Application>Microsoft Office PowerPoint</Application>
  <PresentationFormat>On-screen Show (4:3)</PresentationFormat>
  <Paragraphs>64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Arial</vt:lpstr>
      <vt:lpstr>Calibri</vt:lpstr>
      <vt:lpstr>Calibri Light</vt:lpstr>
      <vt:lpstr>Times New Roman</vt:lpstr>
      <vt:lpstr>Wingdings</vt:lpstr>
      <vt:lpstr>1_Office Theme</vt:lpstr>
      <vt:lpstr>Office Theme</vt:lpstr>
      <vt:lpstr>PowerPoint Presentation</vt:lpstr>
      <vt:lpstr>Agenda</vt:lpstr>
      <vt:lpstr>Abstract</vt:lpstr>
      <vt:lpstr>Objective</vt:lpstr>
      <vt:lpstr>System Description</vt:lpstr>
      <vt:lpstr>Use Case Diagram</vt:lpstr>
      <vt:lpstr>Activity Diagram (Login)</vt:lpstr>
      <vt:lpstr>Activity Diagram (Registration)</vt:lpstr>
      <vt:lpstr>Data Dictionary</vt:lpstr>
      <vt:lpstr>E-R Diagram</vt:lpstr>
      <vt:lpstr>Project UI</vt:lpstr>
      <vt:lpstr>Testing</vt:lpstr>
      <vt:lpstr>Advantages </vt:lpstr>
      <vt:lpstr>Limitations</vt:lpstr>
      <vt:lpstr>Future Enhancement </vt:lpstr>
      <vt:lpstr>References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kgayatri</dc:creator>
  <cp:lastModifiedBy>DARSHANA HALATWALA</cp:lastModifiedBy>
  <cp:revision>72</cp:revision>
  <dcterms:created xsi:type="dcterms:W3CDTF">1601-01-01T00:00:00Z</dcterms:created>
  <dcterms:modified xsi:type="dcterms:W3CDTF">2026-09-07T05:05:24Z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16393�뾝�뾝ꆌक-9.1.0.4945</vt:lpwstr>
  </property>
</Properties>
</file>